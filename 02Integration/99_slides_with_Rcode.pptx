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10" Type="http://schemas.openxmlformats.org/officeDocument/2006/relationships/viewProps" Target="viewProps.xml" /><Relationship Id="rId9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2" Type="http://schemas.openxmlformats.org/officeDocument/2006/relationships/tableStyles" Target="tableStyles.xml" /><Relationship Id="rId11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.pn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2.png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3.pn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4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5.pn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6.png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Slides for Integration with code and equations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br/>
            <a:br/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Outliers - one observation is isolated from the others</a:t>
            </a:r>
          </a:p>
        </p:txBody>
      </p:sp>
      <p:pic>
        <p:nvPicPr>
          <p:cNvPr descr="99_slides_with_Rcode_files/figure-pptx/outlier%20-%20one%20weird%20value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181100" y="1193800"/>
            <a:ext cx="67818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Outliers - carte très dissymétrique</a:t>
            </a:r>
          </a:p>
        </p:txBody>
      </p:sp>
      <p:pic>
        <p:nvPicPr>
          <p:cNvPr descr="99_slides_with_Rcode_files/figure-pptx/outlier%20-%20assymetrical%20map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181100" y="1193800"/>
            <a:ext cx="67818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Outliers - confusion</a:t>
            </a:r>
          </a:p>
        </p:txBody>
      </p:sp>
      <p:pic>
        <p:nvPicPr>
          <p:cNvPr descr="99_slides_with_Rcode_files/figure-pptx/outlier%20-%20confusion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181100" y="1193800"/>
            <a:ext cx="67818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Sélection du nombre de composantes</a:t>
            </a:r>
          </a:p>
        </p:txBody>
      </p:sp>
      <p:pic>
        <p:nvPicPr>
          <p:cNvPr descr="99_slides_with_Rcode_files/figure-pptx/nb%20components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181100" y="1193800"/>
            <a:ext cx="67818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Elbow rule</a:t>
            </a:r>
          </a:p>
        </p:txBody>
      </p:sp>
      <p:pic>
        <p:nvPicPr>
          <p:cNvPr descr="99_slides_with_Rcode_files/figure-pptx/elbow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181100" y="1193800"/>
            <a:ext cx="67818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Permutations rule</a:t>
            </a:r>
          </a:p>
        </p:txBody>
      </p:sp>
      <p:pic>
        <p:nvPicPr>
          <p:cNvPr descr="99_slides_with_Rcode_files/figure-pptx/permutation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181100" y="1193800"/>
            <a:ext cx="67818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Slides for Integration with code and equations</dc:title>
  <dc:creator/>
  <cp:keywords/>
  <dcterms:created xsi:type="dcterms:W3CDTF">2025-06-03T16:08:50Z</dcterms:created>
  <dcterms:modified xsi:type="dcterms:W3CDTF">2025-06-03T16:08:50Z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editor">
    <vt:lpwstr>visual</vt:lpwstr>
  </property>
  <property fmtid="{D5CDD505-2E9C-101B-9397-08002B2CF9AE}" pid="4" name="execute">
    <vt:lpwstr/>
  </property>
  <property fmtid="{D5CDD505-2E9C-101B-9397-08002B2CF9AE}" pid="5" name="header-includes">
    <vt:lpwstr/>
  </property>
  <property fmtid="{D5CDD505-2E9C-101B-9397-08002B2CF9AE}" pid="6" name="include-after">
    <vt:lpwstr/>
  </property>
  <property fmtid="{D5CDD505-2E9C-101B-9397-08002B2CF9AE}" pid="7" name="include-before">
    <vt:lpwstr/>
  </property>
  <property fmtid="{D5CDD505-2E9C-101B-9397-08002B2CF9AE}" pid="8" name="labels">
    <vt:lpwstr/>
  </property>
  <property fmtid="{D5CDD505-2E9C-101B-9397-08002B2CF9AE}" pid="9" name="toc-title">
    <vt:lpwstr>Table of contents</vt:lpwstr>
  </property>
</Properties>
</file>