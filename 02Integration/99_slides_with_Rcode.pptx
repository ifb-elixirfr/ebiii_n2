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Slides for Integration with code and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Parcimonie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random_sparsity &lt;- </a:t>
            </a:r>
            <a:r>
              <a:rPr b="1">
                <a:solidFill>
                  <a:srgbClr val="003B4F"/>
                </a:solidFill>
                <a:latin typeface="Courier"/>
              </a:rPr>
              <a:t>function</a:t>
            </a:r>
            <a:r>
              <a:rPr>
                <a:solidFill>
                  <a:srgbClr val="003B4F"/>
                </a:solidFill>
                <a:latin typeface="Courier"/>
              </a:rPr>
              <a:t>(coefs, nb) {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out &lt;- coefs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out[</a:t>
            </a:r>
            <a:r>
              <a:rPr>
                <a:solidFill>
                  <a:srgbClr val="4758AB"/>
                </a:solidFill>
                <a:latin typeface="Courier"/>
              </a:rPr>
              <a:t>sample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length</a:t>
            </a:r>
            <a:r>
              <a:rPr>
                <a:solidFill>
                  <a:srgbClr val="003B4F"/>
                </a:solidFill>
                <a:latin typeface="Courier"/>
              </a:rPr>
              <a:t>(out, nb))] &lt;- </a:t>
            </a:r>
            <a:r>
              <a:rPr>
                <a:solidFill>
                  <a:srgbClr val="AD0000"/>
                </a:solidFill>
                <a:latin typeface="Courier"/>
              </a:rPr>
              <a:t>0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return</a:t>
            </a:r>
            <a:r>
              <a:rPr>
                <a:solidFill>
                  <a:srgbClr val="003B4F"/>
                </a:solidFill>
                <a:latin typeface="Courier"/>
              </a:rPr>
              <a:t>(out)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}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SGCCA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res.sgcca &lt;- </a:t>
            </a:r>
            <a:r>
              <a:rPr>
                <a:solidFill>
                  <a:srgbClr val="4758AB"/>
                </a:solidFill>
                <a:latin typeface="Courier"/>
              </a:rPr>
              <a:t>rgcca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blocks =</a:t>
            </a:r>
            <a:r>
              <a:rPr>
                <a:solidFill>
                  <a:srgbClr val="003B4F"/>
                </a:solidFill>
                <a:latin typeface="Courier"/>
              </a:rPr>
              <a:t> pHGG,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sparsity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0.1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response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Outliers - one observation is isolated from the others</a:t>
            </a:r>
          </a:p>
        </p:txBody>
      </p:sp>
      <p:pic>
        <p:nvPicPr>
          <p:cNvPr descr="99_slides_with_Rcode_files/figure-pptx/outlier%20-%20one%20weird%20valu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Outliers - carte très dissymétrique</a:t>
            </a:r>
          </a:p>
        </p:txBody>
      </p:sp>
      <p:pic>
        <p:nvPicPr>
          <p:cNvPr descr="99_slides_with_Rcode_files/figure-pptx/outlier%20-%20assymetrical%20map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Outliers - confusion</a:t>
            </a:r>
          </a:p>
        </p:txBody>
      </p:sp>
      <p:pic>
        <p:nvPicPr>
          <p:cNvPr descr="99_slides_with_Rcode_files/figure-pptx/outlier%20-%20confus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Sélection du nombre de composantes</a:t>
            </a:r>
          </a:p>
        </p:txBody>
      </p:sp>
      <p:pic>
        <p:nvPicPr>
          <p:cNvPr descr="99_slides_with_Rcode_files/figure-pptx/nb%20component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Elbow rule</a:t>
            </a:r>
          </a:p>
        </p:txBody>
      </p:sp>
      <p:pic>
        <p:nvPicPr>
          <p:cNvPr descr="99_slides_with_Rcode_files/figure-pptx/elbow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Permutations rule</a:t>
            </a:r>
          </a:p>
        </p:txBody>
      </p:sp>
      <p:pic>
        <p:nvPicPr>
          <p:cNvPr descr="99_slides_with_Rcode_files/figure-pptx/permutation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for Integration with code and equations</dc:title>
  <dc:creator/>
  <cp:keywords/>
  <dcterms:created xsi:type="dcterms:W3CDTF">2025-06-04T14:14:37Z</dcterms:created>
  <dcterms:modified xsi:type="dcterms:W3CDTF">2025-06-04T14:14:37Z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visual</vt:lpwstr>
  </property>
  <property fmtid="{D5CDD505-2E9C-101B-9397-08002B2CF9AE}" pid="4" name="execute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