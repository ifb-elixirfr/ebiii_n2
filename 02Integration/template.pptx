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17ECCE-9F01-71BF-01D7-972950D7C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3AEDDB-1344-01C4-2164-4F7AFBA95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3682A2-B24E-5615-3AF1-91D888015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9FA6D5-29BA-4F1B-7051-59582BAD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B9DAB2-0343-5851-39AC-369672D5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890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C928E8-924A-1D7F-2B3B-D7C51E19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B55CFA-C3A7-D92B-F485-3952910EB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53A424-17E8-E068-D87B-659316B4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251BD7-CE0F-6539-B166-DDC92F9A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B75ADE-DA93-96E3-9199-2141E6C8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48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18C5EF-7EBA-A59C-F56D-6910ECDD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B25738-FC71-6036-9804-44035D80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148AA1-A554-54A2-EC75-ABD5A11B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403F1C-72D2-C10D-C121-98C07BCE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A57901-D07D-73A5-B97D-309061BA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2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BD1F72-57FF-A74C-071F-AB49C5394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03B7E2-1910-7B51-6669-F7BCBC438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649F79-9875-7F1F-49FA-36EF33AA9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973208-7A8F-E684-FE3F-562A8887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ED8201-C4B9-0982-3DBA-E070F12A5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886FEF-C092-76E7-D548-4C624312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520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C09CA-5FC8-DFBC-7706-B3CB95A3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386B1F-2F06-651A-76CB-5D39D7508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D7AAB0-78F2-039F-708F-38130F864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A424A2-ABB2-E605-58D2-8AD2B90417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2D770D0-B3E6-9AE6-BD9C-26909BD15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D1894A3-D5A2-D10C-A8DA-0A3F6920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3A70E8-36F3-C6C0-B1A9-3233052D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77C31AD-BB62-2049-94C9-EFBF7BB9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77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971DD6-6371-95CA-4669-3125B15D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3B67E9-2CFD-F83E-0F05-4D59C4FF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A1B855-C1EE-3A40-72CB-9DC8D2FA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666C97-B99A-B73B-6B32-685CC6B9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90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8B4D684-C84C-5C76-F28B-5F7E591D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E2C845-C325-E6F9-E905-215C0E1A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844393-8F9D-5933-C1F5-0F0EF18D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58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CA9A82-DCBD-5B43-5CC4-06E2E6C2F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4A5A6D-943F-8793-09F8-DF5BA7A16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7E99A1-4C18-50F0-FB76-D8AF3ECA9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B151AC-D288-D2DB-EE5B-705A6A2B3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95A20E-E015-ECC6-BF0F-7A4CA018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4A2AE-A96E-F429-6156-8C18C17C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64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671433-DB9F-A3E5-F550-BA1F93A59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E14C7CD-FBA2-1A96-1399-D8423A1C9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FFD173-FA60-4ECA-2708-727DE08B0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039054-536F-4255-0336-3E8072A7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9D764D-5A12-96A4-C19D-54A23A68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704357-3C7A-2CD1-BA12-5FB24319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041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3C1096-09F3-2F63-0695-C186B613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4FFC97-915C-AED2-2F7C-40085030A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E85A53-9150-8D5F-B1DA-7B85A04F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D4DD64-D41C-DAE1-CBEF-39ACE7BB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986AF9-CE2E-8C1B-EE30-4B2F76F3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7923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B18C582-8193-F0A1-5AE9-DB999EC46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0F3233-BECA-96DF-065E-0CF99912C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4DF86B-0E33-BF10-5026-AA236B014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AEF45A-627E-D956-B350-444D9158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6B0E36-0F2B-577D-57F9-B3D1A233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88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C1446E4-07CF-4B25-CBEB-237A8D22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F78FE2-BD8A-02F3-D2B9-965154A0B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96A455-A574-7882-630E-22C34BE46D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78C48-8A0F-7747-8F1F-C205C1ED2FB2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1FE164-9C96-43A5-CE75-550A826E8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91A1C0-3AE7-334D-8589-C94AC382E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44F84-37C8-754E-9AD8-67A4751345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2301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24B0D1-C8F1-1F14-2D30-4D0273C39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7C858D-1E80-7BC9-DFD0-F8AA86F920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99844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 GUILLEMOT</dc:creator>
  <cp:lastModifiedBy>Vincent  GUILLEMOT</cp:lastModifiedBy>
  <cp:revision>1</cp:revision>
  <dcterms:created xsi:type="dcterms:W3CDTF">2025-06-03T17:10:18Z</dcterms:created>
  <dcterms:modified xsi:type="dcterms:W3CDTF">2025-06-03T17:10:38Z</dcterms:modified>
</cp:coreProperties>
</file>