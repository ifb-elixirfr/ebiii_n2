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4658"/>
  </p:normalViewPr>
  <p:slideViewPr>
    <p:cSldViewPr snapToGrid="0">
      <p:cViewPr varScale="1">
        <p:scale>
          <a:sx n="120" d="100"/>
          <a:sy n="120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24DCB-723D-F7ED-6FBB-093D7FE10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398FB9-B777-924A-AF11-D0E4E3336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0A6AC1-9C7D-7CD0-F5D5-89381BAA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5A8E05-6F4C-94FC-36BC-EE113D46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18616A-33DF-CFBF-3C81-1F7DA510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0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533DD-F1CC-D7D3-1184-CA7F22B5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0D7086-3945-B244-559E-3678FFF54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16C5FA-DA34-1D14-D489-0C10AE29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06B7B8-79F8-78EE-2DEC-D7D580D4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286A1C-D890-0E2F-E52A-ABF99264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35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EC32B-3741-E9A3-EE3D-A283E6D6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F87512-94D2-907A-8AA1-40F568A3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5C989D-BDA2-942C-6606-1CC039E5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5CA7CC-57FD-EAA3-6E2C-41694E1A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A932A7-4F91-1DB6-5AC6-984D0035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6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ADC64A-4A3C-8B1E-125F-82857AC4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40314C-2785-A2D2-2868-C80EE95DA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39E2D9-87F4-2FB7-A27E-119D5A43E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9DF005-7E6D-5847-950E-1BF24CA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22D041-1B5E-F1C1-679B-BCCA20C3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528AE4-B57A-F2E8-DC77-C12F4E6E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4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BD5C6F-E26E-3D57-83DC-9FCB491B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AFF2AA-3F76-5292-F448-DD6DD0842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5AE8E3-CC95-EC37-51B0-B48EEF7B8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0199FB-55D3-4517-5639-423F3A584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F2E85E-8E2F-649B-B6DA-B28AF6298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970445-CA49-9199-F5DE-95BA4881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EC962A2-A461-02B9-0CE0-0126F907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C4D77D-3A67-ECCB-253A-785AFD40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83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9A9F0-E76D-0339-6619-69234453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AE99EC8-1FF1-D48A-9276-8442F992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530B88-6E4B-813A-FB05-3870263E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577108-17FD-B335-CB49-51BD77F1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45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DBB6A3-21B5-D2C6-06EB-ADAE34E1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343C29-D24F-E614-15BE-433C90CE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8FC0EB-54C2-EFFC-509B-14A39FB0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97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21C75-ADA7-B007-F688-813CCA7A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8FB596-207B-6E0A-14AA-9CFB0A29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B1AACB-2588-33CD-7C66-F964D855C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ED16B4-02E5-48D7-5410-4445D0DB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D5E169-9E2F-7333-4770-7877C63A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CE34C9-5105-585A-6632-AF4ABFCB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54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5DBB01-4C26-9D90-C756-F1C72980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F6553A0-8590-2295-3FB2-9C59F0F59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41788D-0D29-94FC-EB02-3565C1DFF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9A8DF4-1ECA-69C2-8837-DF96BF89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5BD92B-2939-F135-74A1-69B1223B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BAE6F4-B753-6EEC-1E86-8A613B77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7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A1F18-EB91-21C2-5874-26FD4886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280634-FBAF-3422-FA0A-38A50C67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DC6850-5D47-69CE-E4D9-B8CB4BDF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0CCD82-F882-280E-B75E-5F50BEFC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29FA8-C51A-71FE-EE13-53580052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33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F21168-9661-521E-84A4-2F7DE5BC1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9C967E-9B41-14D8-D2CD-31210D28D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928FD0-223C-ED5B-5AD2-7BBC208C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005335-4A79-947B-ED4D-0F42DD7B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979E66-93EA-E9E2-94F8-6F777FC0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299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9F06F6-0926-E813-05BB-D734E359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0BC55E-7BD3-5D60-9C94-A2769CDD4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36AA3D-39C7-9893-196C-64A1A0929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964EE-54EA-C548-83C6-1EDF183EC8D4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0D03CE-40ED-1243-B35C-19E35A91E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4D6912-C847-67F5-0579-65F7A9E1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2F236-9828-F249-A814-44DE5C02D0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65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hyperlink" Target="https://ondemand.cluster.france-bioinformatique.f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google.com/document/d/1ozKO4WQSz6CGNtft0_5EDtuC9WgcYElrmmJkz79qSis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9000">
              <a:schemeClr val="accent1">
                <a:lumMod val="45000"/>
                <a:lumOff val="55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59099D-3B01-7514-249B-0E5F8CC39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rgbClr val="002060"/>
                </a:solidFill>
              </a:rPr>
              <a:t>The R Day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271FAB-3221-9118-677F-50B4F80815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rgbClr val="002060"/>
                </a:solidFill>
              </a:rPr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252864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831D7-325E-E618-942A-E899E660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BDDA882-58FF-8C61-91BD-9F273EE37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421" y="2078664"/>
            <a:ext cx="3484614" cy="270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Studio SVG and transparent PNG icons | TechIcons">
            <a:extLst>
              <a:ext uri="{FF2B5EF4-FFF2-40B4-BE49-F238E27FC236}">
                <a16:creationId xmlns:a16="http://schemas.microsoft.com/office/drawing/2014/main" id="{92135DCA-C7A0-8859-946A-F882ACE2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07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453F725-5DF8-2553-595D-D5AB343AA8F3}"/>
                  </a:ext>
                </a:extLst>
              </p:cNvPr>
              <p:cNvSpPr txBox="1"/>
              <p:nvPr/>
            </p:nvSpPr>
            <p:spPr>
              <a:xfrm>
                <a:off x="5559796" y="2751891"/>
                <a:ext cx="1072408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8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fr-FR" sz="88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453F725-5DF8-2553-595D-D5AB343A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796" y="2751891"/>
                <a:ext cx="1072408" cy="1354217"/>
              </a:xfrm>
              <a:prstGeom prst="rect">
                <a:avLst/>
              </a:prstGeom>
              <a:blipFill>
                <a:blip r:embed="rId4"/>
                <a:stretch>
                  <a:fillRect l="-19767" r="-19767" b="-3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07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FA9050-E157-AEF0-3C78-85FD20D5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program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1455-2E29-CA01-1DCE-FE43BA74E5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fontAlgn="base"/>
            <a:r>
              <a:rPr lang="fr-FR" b="1" dirty="0"/>
              <a:t>10:45–12:45</a:t>
            </a:r>
            <a:r>
              <a:rPr lang="fr-FR" dirty="0"/>
              <a:t> : Session 1</a:t>
            </a:r>
          </a:p>
          <a:p>
            <a:pPr fontAlgn="base"/>
            <a:r>
              <a:rPr lang="fr-FR" b="1" dirty="0"/>
              <a:t>14:30–16:00</a:t>
            </a:r>
            <a:r>
              <a:rPr lang="fr-FR" dirty="0"/>
              <a:t> : Session 2</a:t>
            </a:r>
          </a:p>
          <a:p>
            <a:r>
              <a:rPr lang="fr-FR" b="1" dirty="0"/>
              <a:t>16:30–18:30</a:t>
            </a:r>
            <a:r>
              <a:rPr lang="fr-FR" dirty="0"/>
              <a:t> : Session 3</a:t>
            </a:r>
          </a:p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ACF2A63-02DA-0425-1A30-02344DDB3E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first R </a:t>
            </a:r>
            <a:r>
              <a:rPr lang="fr-FR" dirty="0" err="1"/>
              <a:t>Markdown</a:t>
            </a:r>
            <a:r>
              <a:rPr lang="fr-FR" dirty="0"/>
              <a:t> report</a:t>
            </a:r>
          </a:p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dplyr</a:t>
            </a:r>
            <a:endParaRPr lang="fr-FR" dirty="0"/>
          </a:p>
          <a:p>
            <a:r>
              <a:rPr lang="fr-FR" dirty="0" err="1"/>
              <a:t>Using</a:t>
            </a:r>
            <a:r>
              <a:rPr lang="fr-FR" dirty="0"/>
              <a:t> ggplot2</a:t>
            </a:r>
          </a:p>
          <a:p>
            <a:pPr fontAlgn="base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86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51F04-2D2C-E9FC-C812-2E96A9E4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dirty="0" err="1"/>
              <a:t>Today's</a:t>
            </a:r>
            <a:r>
              <a:rPr lang="fr-FR" sz="4400" dirty="0"/>
              <a:t> </a:t>
            </a:r>
            <a:r>
              <a:rPr lang="fr-FR" sz="4400" dirty="0" err="1"/>
              <a:t>dataset</a:t>
            </a:r>
            <a:endParaRPr lang="fr-FR" sz="440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588296F-CB86-3DA1-982F-327911F23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US" noProof="0" dirty="0"/>
              <a:t>Scenario: I want to produce a nice figure and a short report for my boss.</a:t>
            </a:r>
          </a:p>
          <a:p>
            <a:pPr algn="just"/>
            <a:r>
              <a:rPr lang="en-US" noProof="0" dirty="0"/>
              <a:t>The data is called “</a:t>
            </a:r>
            <a:r>
              <a:rPr lang="en-US" noProof="0" dirty="0" err="1"/>
              <a:t>covid.csv</a:t>
            </a:r>
            <a:r>
              <a:rPr lang="en-US" noProof="0" dirty="0"/>
              <a:t>”… let’s take a look!</a:t>
            </a:r>
            <a:endParaRPr lang="en-US" dirty="0"/>
          </a:p>
          <a:p>
            <a:pPr algn="just"/>
            <a:endParaRPr lang="en-US" noProof="0" dirty="0"/>
          </a:p>
          <a:p>
            <a:pPr algn="just"/>
            <a:endParaRPr lang="en-US" dirty="0"/>
          </a:p>
          <a:p>
            <a:pPr algn="just"/>
            <a:endParaRPr lang="en-US" noProof="0" dirty="0"/>
          </a:p>
          <a:p>
            <a:pPr algn="just"/>
            <a:endParaRPr lang="en-US" dirty="0"/>
          </a:p>
          <a:p>
            <a:pPr algn="just"/>
            <a:endParaRPr lang="en-US" noProof="0" dirty="0"/>
          </a:p>
          <a:p>
            <a:pPr algn="just"/>
            <a:r>
              <a:rPr lang="en-US" noProof="0" dirty="0"/>
              <a:t>Which R command would you use to import this data into the environment?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630D9F8-7684-CE10-FC19-2DDB40820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2434" y="987425"/>
            <a:ext cx="5973708" cy="487362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B15E48F-864E-7571-3214-BEA12E6A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58" y="3200104"/>
            <a:ext cx="3922614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67201E-9815-D5B6-6D9F-92FFCE34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few </a:t>
            </a:r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details</a:t>
            </a:r>
            <a:r>
              <a:rPr lang="fr-FR" dirty="0"/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44B0F-DA36-6D56-F04F-50059E289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Training </a:t>
            </a:r>
            <a:r>
              <a:rPr lang="fr-FR" dirty="0" err="1"/>
              <a:t>material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On Moodle!</a:t>
            </a:r>
          </a:p>
          <a:p>
            <a:pPr lvl="1"/>
            <a:r>
              <a:rPr lang="fr-FR" dirty="0"/>
              <a:t>In /</a:t>
            </a:r>
            <a:r>
              <a:rPr lang="fr-FR" dirty="0" err="1"/>
              <a:t>shared</a:t>
            </a:r>
            <a:r>
              <a:rPr lang="fr-FR" dirty="0"/>
              <a:t>/</a:t>
            </a:r>
            <a:r>
              <a:rPr lang="fr-FR" dirty="0" err="1"/>
              <a:t>projects</a:t>
            </a:r>
            <a:r>
              <a:rPr lang="fr-FR" dirty="0"/>
              <a:t>/2514_ebiii_n2/01_R</a:t>
            </a:r>
          </a:p>
          <a:p>
            <a:r>
              <a:rPr lang="fr-FR" dirty="0"/>
              <a:t>R and </a:t>
            </a:r>
            <a:r>
              <a:rPr lang="fr-FR" dirty="0" err="1"/>
              <a:t>Rstudio</a:t>
            </a:r>
            <a:endParaRPr lang="fr-FR" dirty="0"/>
          </a:p>
          <a:p>
            <a:pPr lvl="1"/>
            <a:r>
              <a:rPr lang="fr-FR" dirty="0" err="1">
                <a:hlinkClick r:id="rId2"/>
              </a:rPr>
              <a:t>OnDemand</a:t>
            </a:r>
            <a:endParaRPr lang="fr-FR" dirty="0"/>
          </a:p>
          <a:p>
            <a:pPr lvl="1"/>
            <a:r>
              <a:rPr lang="fr-FR" dirty="0"/>
              <a:t>On </a:t>
            </a:r>
            <a:r>
              <a:rPr lang="fr-FR" dirty="0" err="1"/>
              <a:t>your</a:t>
            </a:r>
            <a:r>
              <a:rPr lang="fr-FR" dirty="0"/>
              <a:t> laptop (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to </a:t>
            </a:r>
            <a:r>
              <a:rPr lang="fr-FR" dirty="0" err="1"/>
              <a:t>install</a:t>
            </a:r>
            <a:r>
              <a:rPr lang="fr-FR" dirty="0"/>
              <a:t> R and </a:t>
            </a:r>
            <a:r>
              <a:rPr lang="fr-FR" dirty="0" err="1"/>
              <a:t>Rstudio</a:t>
            </a:r>
            <a:r>
              <a:rPr lang="fr-FR" dirty="0"/>
              <a:t> </a:t>
            </a:r>
            <a:r>
              <a:rPr lang="fr-FR" dirty="0">
                <a:hlinkClick r:id="rId3"/>
              </a:rPr>
              <a:t>https://posit.co/download/rstudio-desktop/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R &gt;= 4.3.0</a:t>
            </a:r>
          </a:p>
          <a:p>
            <a:pPr lvl="2"/>
            <a:r>
              <a:rPr lang="fr-FR" dirty="0" err="1"/>
              <a:t>Rstudio</a:t>
            </a:r>
            <a:r>
              <a:rPr lang="fr-FR" dirty="0"/>
              <a:t> &gt;= 2024</a:t>
            </a:r>
          </a:p>
          <a:p>
            <a:r>
              <a:rPr lang="fr-FR" dirty="0"/>
              <a:t>If the OS on </a:t>
            </a:r>
            <a:r>
              <a:rPr lang="fr-FR" dirty="0" err="1"/>
              <a:t>your</a:t>
            </a:r>
            <a:r>
              <a:rPr lang="fr-FR" dirty="0"/>
              <a:t> laptop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outdated</a:t>
            </a:r>
            <a:r>
              <a:rPr lang="fr-FR" dirty="0"/>
              <a:t>……….</a:t>
            </a:r>
          </a:p>
        </p:txBody>
      </p:sp>
    </p:spTree>
    <p:extLst>
      <p:ext uri="{BB962C8B-B14F-4D97-AF65-F5344CB8AC3E}">
        <p14:creationId xmlns:p14="http://schemas.microsoft.com/office/powerpoint/2010/main" val="70848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C4130-F6E3-7DA5-3EF9-B33D33BC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Welcome</a:t>
            </a:r>
            <a:r>
              <a:rPr lang="fr-FR" dirty="0"/>
              <a:t> Quiz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EE034392-3FA8-9096-37E9-ED1600EB0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5330"/>
            <a:ext cx="10515600" cy="38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A0BC2F-AF12-89E8-2460-88C4659D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move on…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FCF327-E36C-ED44-ADAB-84E4EDF9B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Let’s create a project</a:t>
            </a:r>
          </a:p>
          <a:p>
            <a:r>
              <a:rPr lang="en-US" dirty="0"/>
              <a:t>File &gt; New Project… &gt; </a:t>
            </a:r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D92E1F-006B-B863-49F4-28280A8DF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1422"/>
            <a:ext cx="2766939" cy="257677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8FC8520-7ED5-6963-AD9C-18C0A2A2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481" y="1389063"/>
            <a:ext cx="6731000" cy="47879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8DC066-CA6B-2780-2495-C01C6BB2A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481" y="1408113"/>
            <a:ext cx="6731000" cy="4749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C4ACBA2-0C46-2F0A-BCA6-DEF0D830F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881" y="1389063"/>
            <a:ext cx="67056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5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D151E-C226-5598-B1B9-131E7C16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shared</a:t>
            </a:r>
            <a:r>
              <a:rPr lang="fr-FR" dirty="0"/>
              <a:t> 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847B16-9750-F6E1-CFB4-7EA6E66DC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Share your current </a:t>
            </a:r>
            <a:r>
              <a:rPr lang="en-US" noProof="0" dirty="0" err="1"/>
              <a:t>Rstudio</a:t>
            </a:r>
            <a:r>
              <a:rPr lang="en-US" noProof="0" dirty="0"/>
              <a:t> version in the shared script:</a:t>
            </a:r>
          </a:p>
          <a:p>
            <a:r>
              <a:rPr lang="en-US" noProof="0" dirty="0"/>
              <a:t>Help &gt; About </a:t>
            </a:r>
            <a:r>
              <a:rPr lang="en-US" noProof="0" dirty="0" err="1"/>
              <a:t>Rstudio</a:t>
            </a:r>
            <a:r>
              <a:rPr lang="en-US" noProof="0" dirty="0"/>
              <a:t> + “Copy Version”</a:t>
            </a:r>
          </a:p>
          <a:p>
            <a:r>
              <a:rPr lang="en-US" dirty="0"/>
              <a:t>Link to </a:t>
            </a:r>
            <a:r>
              <a:rPr lang="en-US" dirty="0">
                <a:hlinkClick r:id="rId2"/>
              </a:rPr>
              <a:t>s</a:t>
            </a:r>
            <a:r>
              <a:rPr lang="en-US" noProof="0" dirty="0">
                <a:hlinkClick r:id="rId2"/>
              </a:rPr>
              <a:t>hared script</a:t>
            </a:r>
            <a:r>
              <a:rPr lang="en-US" noProof="0" dirty="0"/>
              <a:t> </a:t>
            </a:r>
          </a:p>
          <a:p>
            <a:endParaRPr lang="en-US" dirty="0"/>
          </a:p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D9F3846-E607-E2C4-6F37-3B6C9ADF2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329" y="3429000"/>
            <a:ext cx="4621471" cy="294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046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185</Words>
  <Application>Microsoft Macintosh PowerPoint</Application>
  <PresentationFormat>Grand écran</PresentationFormat>
  <Paragraphs>37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Thème Office</vt:lpstr>
      <vt:lpstr>The R Day</vt:lpstr>
      <vt:lpstr>Présentation PowerPoint</vt:lpstr>
      <vt:lpstr>Today’s program</vt:lpstr>
      <vt:lpstr>Today's dataset</vt:lpstr>
      <vt:lpstr>A few practical details…</vt:lpstr>
      <vt:lpstr>Welcome Quiz</vt:lpstr>
      <vt:lpstr>Before we move on…</vt:lpstr>
      <vt:lpstr>Exercise: shared 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6</cp:revision>
  <cp:lastPrinted>2025-05-31T20:46:55Z</cp:lastPrinted>
  <dcterms:created xsi:type="dcterms:W3CDTF">2025-05-23T09:30:13Z</dcterms:created>
  <dcterms:modified xsi:type="dcterms:W3CDTF">2025-05-31T20:46:59Z</dcterms:modified>
</cp:coreProperties>
</file>