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853"/>
    <p:restoredTop sz="94658"/>
  </p:normalViewPr>
  <p:slideViewPr>
    <p:cSldViewPr snapToGrid="0">
      <p:cViewPr varScale="1">
        <p:scale>
          <a:sx n="112" d="100"/>
          <a:sy n="112" d="100"/>
        </p:scale>
        <p:origin x="216" y="3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6624DCB-723D-F7ED-6FBB-093D7FE1025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EB398FB9-B777-924A-AF11-D0E4E3336F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B0A6AC1-9C7D-7CD0-F5D5-89381BAA0E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964EE-54EA-C548-83C6-1EDF183EC8D4}" type="datetimeFigureOut">
              <a:rPr lang="fr-FR" smtClean="0"/>
              <a:t>27/05/2025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95A8E05-6F4C-94FC-36BC-EE113D46A9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518616A-33DF-CFBF-3C81-1F7DA51024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A2F236-9828-F249-A814-44DE5C02D0C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42076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AA533DD-F1CC-D7D3-1184-CA7F22B5E9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E0D7086-3945-B244-559E-3678FFF548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916C5FA-DA34-1D14-D489-0C10AE29E0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964EE-54EA-C548-83C6-1EDF183EC8D4}" type="datetimeFigureOut">
              <a:rPr lang="fr-FR" smtClean="0"/>
              <a:t>27/05/2025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706B7B8-79F8-78EE-2DEC-D7D580D468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7286A1C-D890-0E2F-E52A-ABF99264E4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A2F236-9828-F249-A814-44DE5C02D0C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033575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70EC32B-3741-E9A3-EE3D-A283E6D69E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5F87512-94D2-907A-8AA1-40F568A344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E5C989D-BDA2-942C-6606-1CC039E529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964EE-54EA-C548-83C6-1EDF183EC8D4}" type="datetimeFigureOut">
              <a:rPr lang="fr-FR" smtClean="0"/>
              <a:t>27/05/2025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F5CA7CC-57FD-EAA3-6E2C-41694E1ABA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EA932A7-4F91-1DB6-5AC6-984D003567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A2F236-9828-F249-A814-44DE5C02D0C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01671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6ADC64A-4A3C-8B1E-125F-82857AC4B7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640314C-2785-A2D2-2868-C80EE95DA98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5739E2D9-87F4-2FB7-A27E-119D5A43E4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E9DF005-7E6D-5847-950E-1BF24CA576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964EE-54EA-C548-83C6-1EDF183EC8D4}" type="datetimeFigureOut">
              <a:rPr lang="fr-FR" smtClean="0"/>
              <a:t>27/05/2025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E422D041-1B5E-F1C1-679B-BCCA20C319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F9528AE4-B57A-F2E8-DC77-C12F4E6EF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A2F236-9828-F249-A814-44DE5C02D0C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814839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CBD5C6F-E26E-3D57-83DC-9FCB491B11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FAFF2AA-3F76-5292-F448-DD6DD0842C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C5AE8E3-CC95-EC37-51B0-B48EEF7B85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C10199FB-55D3-4517-5639-423F3A584F3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EBF2E85E-8E2F-649B-B6DA-B28AF629849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DD970445-CA49-9199-F5DE-95BA48812F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964EE-54EA-C548-83C6-1EDF183EC8D4}" type="datetimeFigureOut">
              <a:rPr lang="fr-FR" smtClean="0"/>
              <a:t>27/05/2025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5EC962A2-A461-02B9-0CE0-0126F90751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92C4D77D-3A67-ECCB-253A-785AFD40CD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A2F236-9828-F249-A814-44DE5C02D0C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058328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089A9F0-E76D-0339-6619-69234453E7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5AE99EC8-1FF1-D48A-9276-8442F992E3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964EE-54EA-C548-83C6-1EDF183EC8D4}" type="datetimeFigureOut">
              <a:rPr lang="fr-FR" smtClean="0"/>
              <a:t>27/05/2025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3F530B88-6E4B-813A-FB05-3870263E21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09577108-17FD-B335-CB49-51BD77F113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A2F236-9828-F249-A814-44DE5C02D0C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954597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46DBB6A3-21B5-D2C6-06EB-ADAE34E1DC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964EE-54EA-C548-83C6-1EDF183EC8D4}" type="datetimeFigureOut">
              <a:rPr lang="fr-FR" smtClean="0"/>
              <a:t>27/05/2025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4F343C29-D24F-E614-15BE-433C90CE87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AA8FC0EB-54C2-EFFC-509B-14A39FB00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A2F236-9828-F249-A814-44DE5C02D0C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919795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4621C75-ADA7-B007-F688-813CCA7A7D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E8FB596-207B-6E0A-14AA-9CFB0A29E2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31B1AACB-2588-33CD-7C66-F964D855C38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5CED16B4-02E5-48D7-5410-4445D0DB3D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964EE-54EA-C548-83C6-1EDF183EC8D4}" type="datetimeFigureOut">
              <a:rPr lang="fr-FR" smtClean="0"/>
              <a:t>27/05/2025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E5D5E169-9E2F-7333-4770-7877C63A5E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0CE34C9-5105-585A-6632-AF4ABFCB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A2F236-9828-F249-A814-44DE5C02D0C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415429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D5DBB01-4C26-9D90-C756-F1C729802A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CF6553A0-8590-2295-3FB2-9C59F0F596F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C341788D-0D29-94FC-EB02-3565C1DFFB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8A9A8DF4-1ECA-69C2-8837-DF96BF89C6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964EE-54EA-C548-83C6-1EDF183EC8D4}" type="datetimeFigureOut">
              <a:rPr lang="fr-FR" smtClean="0"/>
              <a:t>27/05/2025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F5BD92B-2939-F135-74A1-69B1223B13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08BAE6F4-B753-6EEC-1E86-8A613B7799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A2F236-9828-F249-A814-44DE5C02D0C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45715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19A1F18-EB91-21C2-5874-26FD488651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20280634-FBAF-3422-FA0A-38A50C67CF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4DC6850-5D47-69CE-E4D9-B8CB4BDF40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964EE-54EA-C548-83C6-1EDF183EC8D4}" type="datetimeFigureOut">
              <a:rPr lang="fr-FR" smtClean="0"/>
              <a:t>27/05/2025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D0CCD82-F882-280E-B75E-5F50BEFCA3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9929FA8-C51A-71FE-EE13-5358005222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A2F236-9828-F249-A814-44DE5C02D0C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833351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00F21168-9661-521E-84A4-2F7DE5BC12B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2D9C967E-9B41-14D8-D2CD-31210D28D3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6928FD0-223C-ED5B-5AD2-7BBC208C02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964EE-54EA-C548-83C6-1EDF183EC8D4}" type="datetimeFigureOut">
              <a:rPr lang="fr-FR" smtClean="0"/>
              <a:t>27/05/2025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D005335-4A79-947B-ED4D-0F42DD7B8A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3979E66-93EA-E9E2-94F8-6F777FC0AF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A2F236-9828-F249-A814-44DE5C02D0C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329923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C19F06F6-0926-E813-05BB-D734E35965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90BC55E-7BD3-5D60-9C94-A2769CDD42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736AA3D-39C7-9893-196C-64A1A092919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E964EE-54EA-C548-83C6-1EDF183EC8D4}" type="datetimeFigureOut">
              <a:rPr lang="fr-FR" smtClean="0"/>
              <a:t>27/05/2025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90D03CE-40ED-1243-B35C-19E35A91E88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24D6912-C847-67F5-0579-65F7A9E1E0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9A2F236-9828-F249-A814-44DE5C02D0C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066567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posit.co/download/rstudio-desktop/" TargetMode="External"/><Relationship Id="rId2" Type="http://schemas.openxmlformats.org/officeDocument/2006/relationships/hyperlink" Target="https://ondemand.cluster.france-bioinformatique.fr/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https://docs.google.com/document/d/1ozKO4WQSz6CGNtft0_5EDtuC9WgcYElrmmJkz79qSis/edit?usp=sharing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5000"/>
                <a:lumOff val="95000"/>
              </a:schemeClr>
            </a:gs>
            <a:gs pos="39000">
              <a:schemeClr val="accent1">
                <a:lumMod val="45000"/>
                <a:lumOff val="55000"/>
              </a:schemeClr>
            </a:gs>
            <a:gs pos="64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path path="rect">
            <a:fillToRect l="100000" b="100000"/>
          </a:path>
          <a:tileRect t="-100000" r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A59099D-3B01-7514-249B-0E5F8CC3925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>
                <a:solidFill>
                  <a:srgbClr val="002060"/>
                </a:solidFill>
              </a:rPr>
              <a:t>The R Day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03271FAB-3221-9118-677F-50B4F80815D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FR" dirty="0">
                <a:solidFill>
                  <a:srgbClr val="002060"/>
                </a:solidFill>
              </a:rPr>
              <a:t>Vincent Guillemot</a:t>
            </a:r>
          </a:p>
        </p:txBody>
      </p:sp>
    </p:spTree>
    <p:extLst>
      <p:ext uri="{BB962C8B-B14F-4D97-AF65-F5344CB8AC3E}">
        <p14:creationId xmlns:p14="http://schemas.microsoft.com/office/powerpoint/2010/main" val="25286427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5C831D7-325E-E618-942A-E899E66028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FBDDA882-58FF-8C61-91BD-9F273EE377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2421" y="2078664"/>
            <a:ext cx="3484614" cy="27006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RStudio SVG and transparent PNG icons | TechIcons">
            <a:extLst>
              <a:ext uri="{FF2B5EF4-FFF2-40B4-BE49-F238E27FC236}">
                <a16:creationId xmlns:a16="http://schemas.microsoft.com/office/drawing/2014/main" id="{92135DCA-C7A0-8859-946A-F882ACE2C1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7107" y="2000250"/>
            <a:ext cx="2857500" cy="2857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ZoneTexte 3">
                <a:extLst>
                  <a:ext uri="{FF2B5EF4-FFF2-40B4-BE49-F238E27FC236}">
                    <a16:creationId xmlns:a16="http://schemas.microsoft.com/office/drawing/2014/main" id="{A453F725-5DF8-2553-595D-D5AB343AA8F3}"/>
                  </a:ext>
                </a:extLst>
              </p:cNvPr>
              <p:cNvSpPr txBox="1"/>
              <p:nvPr/>
            </p:nvSpPr>
            <p:spPr>
              <a:xfrm>
                <a:off x="5559796" y="2751891"/>
                <a:ext cx="1072408" cy="135421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8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≠</m:t>
                      </m:r>
                    </m:oMath>
                  </m:oMathPara>
                </a14:m>
                <a:endParaRPr lang="fr-FR" sz="8800" dirty="0"/>
              </a:p>
            </p:txBody>
          </p:sp>
        </mc:Choice>
        <mc:Fallback xmlns="">
          <p:sp>
            <p:nvSpPr>
              <p:cNvPr id="4" name="ZoneTexte 3">
                <a:extLst>
                  <a:ext uri="{FF2B5EF4-FFF2-40B4-BE49-F238E27FC236}">
                    <a16:creationId xmlns:a16="http://schemas.microsoft.com/office/drawing/2014/main" id="{A453F725-5DF8-2553-595D-D5AB343AA8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59796" y="2751891"/>
                <a:ext cx="1072408" cy="1354217"/>
              </a:xfrm>
              <a:prstGeom prst="rect">
                <a:avLst/>
              </a:prstGeom>
              <a:blipFill>
                <a:blip r:embed="rId4"/>
                <a:stretch>
                  <a:fillRect l="-19767" r="-19767" b="-370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260728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0FA9050-E157-AEF0-3C78-85FD20D56F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Today’s</a:t>
            </a:r>
            <a:r>
              <a:rPr lang="fr-FR" dirty="0"/>
              <a:t> program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8F01455-2E29-CA01-1DCE-FE43BA74E50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fontAlgn="base"/>
            <a:r>
              <a:rPr lang="fr-FR" b="1" dirty="0"/>
              <a:t>10:45–12:45</a:t>
            </a:r>
            <a:r>
              <a:rPr lang="fr-FR" dirty="0"/>
              <a:t> : Session 1</a:t>
            </a:r>
          </a:p>
          <a:p>
            <a:pPr fontAlgn="base"/>
            <a:r>
              <a:rPr lang="fr-FR" b="1" dirty="0"/>
              <a:t>14:30–16:00</a:t>
            </a:r>
            <a:r>
              <a:rPr lang="fr-FR" dirty="0"/>
              <a:t> : Session 2</a:t>
            </a:r>
          </a:p>
          <a:p>
            <a:r>
              <a:rPr lang="fr-FR" b="1" dirty="0"/>
              <a:t>16:30–18:30</a:t>
            </a:r>
            <a:r>
              <a:rPr lang="fr-FR" dirty="0"/>
              <a:t> : Session 3</a:t>
            </a:r>
          </a:p>
          <a:p>
            <a:endParaRPr lang="fr-FR" dirty="0"/>
          </a:p>
        </p:txBody>
      </p:sp>
      <p:sp>
        <p:nvSpPr>
          <p:cNvPr id="5" name="Espace réservé du contenu 4">
            <a:extLst>
              <a:ext uri="{FF2B5EF4-FFF2-40B4-BE49-F238E27FC236}">
                <a16:creationId xmlns:a16="http://schemas.microsoft.com/office/drawing/2014/main" id="{1ACF2A63-02DA-0425-1A30-02344DDB3EC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fr-FR" dirty="0" err="1"/>
              <a:t>My</a:t>
            </a:r>
            <a:r>
              <a:rPr lang="fr-FR" dirty="0"/>
              <a:t> first R </a:t>
            </a:r>
            <a:r>
              <a:rPr lang="fr-FR" dirty="0" err="1"/>
              <a:t>Markdown</a:t>
            </a:r>
            <a:r>
              <a:rPr lang="fr-FR" dirty="0"/>
              <a:t> report</a:t>
            </a:r>
          </a:p>
          <a:p>
            <a:r>
              <a:rPr lang="fr-FR" dirty="0" err="1"/>
              <a:t>Using</a:t>
            </a:r>
            <a:r>
              <a:rPr lang="fr-FR" dirty="0"/>
              <a:t> </a:t>
            </a:r>
            <a:r>
              <a:rPr lang="fr-FR" dirty="0" err="1"/>
              <a:t>dplyr</a:t>
            </a:r>
            <a:endParaRPr lang="fr-FR" dirty="0"/>
          </a:p>
          <a:p>
            <a:r>
              <a:rPr lang="fr-FR" dirty="0" err="1"/>
              <a:t>Using</a:t>
            </a:r>
            <a:r>
              <a:rPr lang="fr-FR" dirty="0"/>
              <a:t> ggplot2</a:t>
            </a:r>
          </a:p>
          <a:p>
            <a:pPr fontAlgn="base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898656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1351F04-2D2C-E9FC-C812-2E96A9E42C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4400" dirty="0" err="1"/>
              <a:t>Today's</a:t>
            </a:r>
            <a:r>
              <a:rPr lang="fr-FR" sz="4400" dirty="0"/>
              <a:t> </a:t>
            </a:r>
            <a:r>
              <a:rPr lang="fr-FR" sz="4400" dirty="0" err="1"/>
              <a:t>dataset</a:t>
            </a:r>
            <a:endParaRPr lang="fr-FR" sz="4400" dirty="0"/>
          </a:p>
        </p:txBody>
      </p:sp>
      <p:sp>
        <p:nvSpPr>
          <p:cNvPr id="6" name="Espace réservé du texte 5">
            <a:extLst>
              <a:ext uri="{FF2B5EF4-FFF2-40B4-BE49-F238E27FC236}">
                <a16:creationId xmlns:a16="http://schemas.microsoft.com/office/drawing/2014/main" id="{B588296F-CB86-3DA1-982F-327911F23C6D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 lnSpcReduction="10000"/>
          </a:bodyPr>
          <a:lstStyle/>
          <a:p>
            <a:pPr algn="just"/>
            <a:r>
              <a:rPr lang="en-US" noProof="0" dirty="0"/>
              <a:t>Scenario: I want to produce a nice figure and a short report for my boss.</a:t>
            </a:r>
            <a:br>
              <a:rPr lang="en-US" noProof="0" dirty="0"/>
            </a:br>
            <a:endParaRPr lang="en-US" noProof="0" dirty="0"/>
          </a:p>
          <a:p>
            <a:pPr algn="just"/>
            <a:r>
              <a:rPr lang="en-US" noProof="0" dirty="0"/>
              <a:t>The data is called “</a:t>
            </a:r>
            <a:r>
              <a:rPr lang="en-US" noProof="0" dirty="0" err="1"/>
              <a:t>covid.csv</a:t>
            </a:r>
            <a:r>
              <a:rPr lang="en-US" noProof="0" dirty="0"/>
              <a:t>”… let’s take a look!</a:t>
            </a:r>
          </a:p>
          <a:p>
            <a:pPr algn="just"/>
            <a:endParaRPr lang="en-US" dirty="0"/>
          </a:p>
          <a:p>
            <a:pPr algn="just"/>
            <a:endParaRPr lang="en-US" noProof="0" dirty="0"/>
          </a:p>
          <a:p>
            <a:pPr algn="just"/>
            <a:endParaRPr lang="en-US" dirty="0"/>
          </a:p>
          <a:p>
            <a:pPr algn="just"/>
            <a:endParaRPr lang="en-US" noProof="0" dirty="0"/>
          </a:p>
          <a:p>
            <a:pPr algn="just"/>
            <a:endParaRPr lang="en-US" dirty="0"/>
          </a:p>
          <a:p>
            <a:pPr algn="just"/>
            <a:endParaRPr lang="en-US" noProof="0" dirty="0"/>
          </a:p>
          <a:p>
            <a:pPr algn="just"/>
            <a:r>
              <a:rPr lang="en-US" noProof="0" dirty="0"/>
              <a:t>Quiz: which R command would you use to import this data into the environment?</a:t>
            </a:r>
          </a:p>
        </p:txBody>
      </p:sp>
      <p:pic>
        <p:nvPicPr>
          <p:cNvPr id="7" name="Espace réservé du contenu 6">
            <a:extLst>
              <a:ext uri="{FF2B5EF4-FFF2-40B4-BE49-F238E27FC236}">
                <a16:creationId xmlns:a16="http://schemas.microsoft.com/office/drawing/2014/main" id="{6630D9F8-7684-CE10-FC19-2DDB408207A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282434" y="987425"/>
            <a:ext cx="5973708" cy="4873625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4B15E48F-864E-7571-3214-BEA12E6AC6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858" y="3508449"/>
            <a:ext cx="3922614" cy="1600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20842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167201E-9815-D5B6-6D9F-92FFCE3497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 few </a:t>
            </a:r>
            <a:r>
              <a:rPr lang="fr-FR" dirty="0" err="1"/>
              <a:t>practical</a:t>
            </a:r>
            <a:r>
              <a:rPr lang="fr-FR" dirty="0"/>
              <a:t> </a:t>
            </a:r>
            <a:r>
              <a:rPr lang="fr-FR" dirty="0" err="1"/>
              <a:t>details</a:t>
            </a:r>
            <a:r>
              <a:rPr lang="fr-FR" dirty="0"/>
              <a:t>…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7C44B0F-DA36-6D56-F04F-50059E2895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FR" dirty="0"/>
              <a:t>Training </a:t>
            </a:r>
            <a:r>
              <a:rPr lang="fr-FR" dirty="0" err="1"/>
              <a:t>material</a:t>
            </a:r>
            <a:r>
              <a:rPr lang="fr-FR" dirty="0"/>
              <a:t>:</a:t>
            </a:r>
          </a:p>
          <a:p>
            <a:pPr lvl="1"/>
            <a:r>
              <a:rPr lang="fr-FR" dirty="0"/>
              <a:t>On Moodle!</a:t>
            </a:r>
          </a:p>
          <a:p>
            <a:pPr lvl="1"/>
            <a:r>
              <a:rPr lang="fr-FR" dirty="0"/>
              <a:t>In /</a:t>
            </a:r>
            <a:r>
              <a:rPr lang="fr-FR" dirty="0" err="1"/>
              <a:t>shared</a:t>
            </a:r>
            <a:r>
              <a:rPr lang="fr-FR" dirty="0"/>
              <a:t>/</a:t>
            </a:r>
            <a:r>
              <a:rPr lang="fr-FR" dirty="0" err="1"/>
              <a:t>projects</a:t>
            </a:r>
            <a:r>
              <a:rPr lang="fr-FR" dirty="0"/>
              <a:t>/2514_ebiii_n2/01_R</a:t>
            </a:r>
          </a:p>
          <a:p>
            <a:r>
              <a:rPr lang="fr-FR" dirty="0"/>
              <a:t>R and </a:t>
            </a:r>
            <a:r>
              <a:rPr lang="fr-FR" dirty="0" err="1"/>
              <a:t>Rstudio</a:t>
            </a:r>
            <a:endParaRPr lang="fr-FR" dirty="0"/>
          </a:p>
          <a:p>
            <a:pPr lvl="1"/>
            <a:r>
              <a:rPr lang="fr-FR" dirty="0" err="1">
                <a:hlinkClick r:id="rId2"/>
              </a:rPr>
              <a:t>OnDemand</a:t>
            </a:r>
            <a:endParaRPr lang="fr-FR" dirty="0"/>
          </a:p>
          <a:p>
            <a:pPr lvl="1"/>
            <a:r>
              <a:rPr lang="fr-FR" dirty="0"/>
              <a:t>On </a:t>
            </a:r>
            <a:r>
              <a:rPr lang="fr-FR" dirty="0" err="1"/>
              <a:t>your</a:t>
            </a:r>
            <a:r>
              <a:rPr lang="fr-FR" dirty="0"/>
              <a:t> laptop ( </a:t>
            </a:r>
            <a:r>
              <a:rPr lang="fr-FR" dirty="0" err="1"/>
              <a:t>see</a:t>
            </a:r>
            <a:r>
              <a:rPr lang="fr-FR" dirty="0"/>
              <a:t> </a:t>
            </a:r>
            <a:r>
              <a:rPr lang="fr-FR" dirty="0" err="1"/>
              <a:t>here</a:t>
            </a:r>
            <a:r>
              <a:rPr lang="fr-FR" dirty="0"/>
              <a:t> to </a:t>
            </a:r>
            <a:r>
              <a:rPr lang="fr-FR" dirty="0" err="1"/>
              <a:t>install</a:t>
            </a:r>
            <a:r>
              <a:rPr lang="fr-FR" dirty="0"/>
              <a:t> R and </a:t>
            </a:r>
            <a:r>
              <a:rPr lang="fr-FR" dirty="0" err="1"/>
              <a:t>Rstudio</a:t>
            </a:r>
            <a:r>
              <a:rPr lang="fr-FR" dirty="0"/>
              <a:t> </a:t>
            </a:r>
            <a:r>
              <a:rPr lang="fr-FR" dirty="0">
                <a:hlinkClick r:id="rId3"/>
              </a:rPr>
              <a:t>https://posit.co/download/rstudio-desktop/</a:t>
            </a:r>
            <a:r>
              <a:rPr lang="fr-FR" dirty="0"/>
              <a:t>)</a:t>
            </a:r>
          </a:p>
          <a:p>
            <a:pPr lvl="2"/>
            <a:r>
              <a:rPr lang="fr-FR" dirty="0"/>
              <a:t>R &gt;= 4.3.0</a:t>
            </a:r>
          </a:p>
          <a:p>
            <a:pPr lvl="2"/>
            <a:r>
              <a:rPr lang="fr-FR" dirty="0" err="1"/>
              <a:t>Rstudio</a:t>
            </a:r>
            <a:r>
              <a:rPr lang="fr-FR" dirty="0"/>
              <a:t> &gt;= 2024</a:t>
            </a:r>
          </a:p>
          <a:p>
            <a:r>
              <a:rPr lang="fr-FR" dirty="0"/>
              <a:t>If the OS on </a:t>
            </a:r>
            <a:r>
              <a:rPr lang="fr-FR" dirty="0" err="1"/>
              <a:t>your</a:t>
            </a:r>
            <a:r>
              <a:rPr lang="fr-FR" dirty="0"/>
              <a:t> laptop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too</a:t>
            </a:r>
            <a:r>
              <a:rPr lang="fr-FR" dirty="0"/>
              <a:t> </a:t>
            </a:r>
            <a:r>
              <a:rPr lang="fr-FR" dirty="0" err="1"/>
              <a:t>outdated</a:t>
            </a:r>
            <a:r>
              <a:rPr lang="fr-FR" dirty="0"/>
              <a:t>……….</a:t>
            </a:r>
          </a:p>
        </p:txBody>
      </p:sp>
    </p:spTree>
    <p:extLst>
      <p:ext uri="{BB962C8B-B14F-4D97-AF65-F5344CB8AC3E}">
        <p14:creationId xmlns:p14="http://schemas.microsoft.com/office/powerpoint/2010/main" val="7084896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BC4130-F6E3-7DA5-3EF9-B33D33BCD3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Welcome</a:t>
            </a:r>
            <a:r>
              <a:rPr lang="fr-FR" dirty="0"/>
              <a:t> Quiz</a:t>
            </a:r>
          </a:p>
        </p:txBody>
      </p:sp>
      <p:pic>
        <p:nvPicPr>
          <p:cNvPr id="4" name="Espace réservé du contenu 3">
            <a:extLst>
              <a:ext uri="{FF2B5EF4-FFF2-40B4-BE49-F238E27FC236}">
                <a16:creationId xmlns:a16="http://schemas.microsoft.com/office/drawing/2014/main" id="{EE034392-3FA8-9096-37E9-ED1600EB0C7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075330"/>
            <a:ext cx="10515600" cy="3851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4351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3A0BC2F-AF12-89E8-2460-88C4659D1F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Before</a:t>
            </a:r>
            <a:r>
              <a:rPr lang="fr-FR" dirty="0"/>
              <a:t> </a:t>
            </a:r>
            <a:r>
              <a:rPr lang="fr-FR" dirty="0" err="1"/>
              <a:t>we</a:t>
            </a:r>
            <a:r>
              <a:rPr lang="fr-FR" dirty="0"/>
              <a:t> move on…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0FCF327-E36C-ED44-ADAB-84E4EDF9BA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Let’s create a project</a:t>
            </a:r>
          </a:p>
          <a:p>
            <a:r>
              <a:rPr lang="en-US" dirty="0"/>
              <a:t>File &gt; New Project… &gt; </a:t>
            </a:r>
            <a:endParaRPr lang="en-US" noProof="0" dirty="0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1AD92E1F-006B-B863-49F4-28280A8DFC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881422"/>
            <a:ext cx="2766939" cy="2576771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88FC8520-7ED5-6963-AD9C-18C0A2A2BE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4481" y="1389063"/>
            <a:ext cx="6731000" cy="4787900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F98DC066-CA6B-2780-2495-C01C6BB2A1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4481" y="1408113"/>
            <a:ext cx="6731000" cy="4749800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BC4ACBA2-0C46-2F0A-BCA6-DEF0D830FD4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39881" y="1389063"/>
            <a:ext cx="6705600" cy="4813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55598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EED151E-C226-5598-B1B9-131E7C164E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Exercise</a:t>
            </a:r>
            <a:r>
              <a:rPr lang="fr-FR" dirty="0"/>
              <a:t>: </a:t>
            </a:r>
            <a:r>
              <a:rPr lang="fr-FR" dirty="0" err="1"/>
              <a:t>shared</a:t>
            </a:r>
            <a:r>
              <a:rPr lang="fr-FR" dirty="0"/>
              <a:t> script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3847B16-9750-F6E1-CFB4-7EA6E66DC2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noProof="0" dirty="0"/>
              <a:t>Share your current </a:t>
            </a:r>
            <a:r>
              <a:rPr lang="en-US" noProof="0" dirty="0" err="1"/>
              <a:t>Rstudio</a:t>
            </a:r>
            <a:r>
              <a:rPr lang="en-US" noProof="0" dirty="0"/>
              <a:t> version in the shared script:</a:t>
            </a:r>
          </a:p>
          <a:p>
            <a:r>
              <a:rPr lang="en-US" noProof="0" dirty="0"/>
              <a:t>Help &gt; About </a:t>
            </a:r>
            <a:r>
              <a:rPr lang="en-US" noProof="0" dirty="0" err="1"/>
              <a:t>Rstudio</a:t>
            </a:r>
            <a:r>
              <a:rPr lang="en-US" noProof="0" dirty="0"/>
              <a:t> + “Copy Version”</a:t>
            </a:r>
          </a:p>
          <a:p>
            <a:r>
              <a:rPr lang="en-US" dirty="0"/>
              <a:t>Link to </a:t>
            </a:r>
            <a:r>
              <a:rPr lang="en-US" dirty="0">
                <a:hlinkClick r:id="rId2"/>
              </a:rPr>
              <a:t>s</a:t>
            </a:r>
            <a:r>
              <a:rPr lang="en-US" noProof="0" dirty="0">
                <a:hlinkClick r:id="rId2"/>
              </a:rPr>
              <a:t>hared script</a:t>
            </a:r>
            <a:r>
              <a:rPr lang="en-US" noProof="0" dirty="0"/>
              <a:t> </a:t>
            </a:r>
          </a:p>
          <a:p>
            <a:endParaRPr lang="en-US" dirty="0"/>
          </a:p>
          <a:p>
            <a:endParaRPr lang="en-US" noProof="0" dirty="0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9D9F3846-E607-E2C4-6F37-3B6C9ADF26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2329" y="3429000"/>
            <a:ext cx="4621471" cy="2948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2804652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97</TotalTime>
  <Words>188</Words>
  <Application>Microsoft Macintosh PowerPoint</Application>
  <PresentationFormat>Grand écran</PresentationFormat>
  <Paragraphs>38</Paragraphs>
  <Slides>8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Cambria Math</vt:lpstr>
      <vt:lpstr>Thème Office</vt:lpstr>
      <vt:lpstr>The R Day</vt:lpstr>
      <vt:lpstr>Présentation PowerPoint</vt:lpstr>
      <vt:lpstr>Today’s program</vt:lpstr>
      <vt:lpstr>Today's dataset</vt:lpstr>
      <vt:lpstr>A few practical details…</vt:lpstr>
      <vt:lpstr>Welcome Quiz</vt:lpstr>
      <vt:lpstr>Before we move on…</vt:lpstr>
      <vt:lpstr>Exercise: shared script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Vincent  GUILLEMOT</dc:creator>
  <cp:lastModifiedBy>Vincent  GUILLEMOT</cp:lastModifiedBy>
  <cp:revision>5</cp:revision>
  <dcterms:created xsi:type="dcterms:W3CDTF">2025-05-23T09:30:13Z</dcterms:created>
  <dcterms:modified xsi:type="dcterms:W3CDTF">2025-05-27T08:27:21Z</dcterms:modified>
</cp:coreProperties>
</file>