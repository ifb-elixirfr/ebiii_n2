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71" d="100"/>
          <a:sy n="171" d="100"/>
        </p:scale>
        <p:origin x="45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Some content on the left.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Macintosh PowerPoint</Application>
  <PresentationFormat>Affichage à l'écran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Vincent  GUILLEMOT</cp:lastModifiedBy>
  <cp:revision>8</cp:revision>
  <dcterms:created xsi:type="dcterms:W3CDTF">2017-06-05T14:10:58Z</dcterms:created>
  <dcterms:modified xsi:type="dcterms:W3CDTF">2025-05-31T07:35:35Z</dcterms:modified>
</cp:coreProperties>
</file>