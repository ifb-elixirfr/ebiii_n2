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36676F-A7BB-F958-ACB4-2B8528779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7638137-6218-EFCC-02A1-C0B840E88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C6567F-EB9B-82D6-6A01-745A31A65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377B-A7B9-3145-8762-6AFC267F785D}" type="datetimeFigureOut">
              <a:rPr lang="fr-FR" smtClean="0"/>
              <a:t>27/05/2025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4E7574-FDAC-A4B2-A61D-FE79A5148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091697-8832-AE9B-52FE-0D5D8578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F7FE-09DC-484B-A9F7-3B0105B782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58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ECEF8D-EE7E-DD24-ABB7-E4471457D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3486B3-BEF5-D077-31A6-4A487DC48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B13FE5-342B-E1FD-C5C1-F3C4B9D12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377B-A7B9-3145-8762-6AFC267F785D}" type="datetimeFigureOut">
              <a:rPr lang="fr-FR" smtClean="0"/>
              <a:t>27/05/2025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7F0B0F-3647-18CC-3EFD-93E499A7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6512B8-32CD-287C-CBFF-23A72120C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F7FE-09DC-484B-A9F7-3B0105B782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37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68276D-D60F-B45B-0ED1-933F5A45A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3DB643-0A41-CCB6-40E2-116BFF633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2BFDF1-81E5-3448-935A-F4BA14B75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377B-A7B9-3145-8762-6AFC267F785D}" type="datetimeFigureOut">
              <a:rPr lang="fr-FR" smtClean="0"/>
              <a:t>27/05/2025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873049-8351-4C9A-4F52-E476D8D07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FC7195-F248-D9CE-5DDF-91E18AA0A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F7FE-09DC-484B-A9F7-3B0105B782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0228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21FAAD-CB84-360F-0F12-12577FE81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CAD610-9BB6-0EC7-F074-293C0357F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4F46DE-6E63-76E3-9E32-F9859572B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3CB5D14-C52A-993B-9BED-F8A2DFD8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377B-A7B9-3145-8762-6AFC267F785D}" type="datetimeFigureOut">
              <a:rPr lang="fr-FR" smtClean="0"/>
              <a:t>27/05/2025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C79C54-92A6-6BDE-E1E4-33B245C8F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BC62A0-4F93-37C3-7810-99CBBF3C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F7FE-09DC-484B-A9F7-3B0105B782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034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6E0D39-51C5-2879-5680-1AA95ACCA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7FD52D-B858-994F-0244-9531AB2CA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D5A92E0-4FD0-5894-D163-F938F37F3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8790CB7-F2FD-1608-8B6F-F63E502BE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A97F136-7AF0-07AD-7D1A-F4D7EC43BD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9D64518-EDE5-0DCB-F707-F6B0B005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377B-A7B9-3145-8762-6AFC267F785D}" type="datetimeFigureOut">
              <a:rPr lang="fr-FR" smtClean="0"/>
              <a:t>27/05/2025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012C78A-4E12-689D-9604-92BDD01A6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8AAE2FC-12D6-DE33-995C-C9F83AE0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F7FE-09DC-484B-A9F7-3B0105B782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21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6DE349-91EA-C1A3-64AF-9FA428C4D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84FB61B-FD1C-93C1-CA76-CB932714D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377B-A7B9-3145-8762-6AFC267F785D}" type="datetimeFigureOut">
              <a:rPr lang="fr-FR" smtClean="0"/>
              <a:t>27/05/2025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01F69DD-3E91-BAF9-A832-A77727C6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4220309-4B86-8638-4E8E-C748ED2D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F7FE-09DC-484B-A9F7-3B0105B782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331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F840E08-2F93-B72A-BE23-15CA7E9F0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377B-A7B9-3145-8762-6AFC267F785D}" type="datetimeFigureOut">
              <a:rPr lang="fr-FR" smtClean="0"/>
              <a:t>27/05/2025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C32363A-6394-0A2B-0319-3B38F5CC4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993092-E186-7787-04AA-BBEEC8080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F7FE-09DC-484B-A9F7-3B0105B782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0501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0C4046-3CB7-2DEB-10A0-E0078EDE1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73107B-D0BF-806A-B5B1-D398CABDE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27CF55-2754-6FB4-0001-016098E96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5B4B1A1-E311-F331-5BAF-5F4490D67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377B-A7B9-3145-8762-6AFC267F785D}" type="datetimeFigureOut">
              <a:rPr lang="fr-FR" smtClean="0"/>
              <a:t>27/05/2025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053D89-FE41-36CF-06E0-1AB865DDD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EF1875-F8EB-B77B-DEF7-39A9854FC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F7FE-09DC-484B-A9F7-3B0105B782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9629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6F2374-0A2B-E237-D757-5B92C2999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AF881F4-BEA6-E311-F461-BDBEC41071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D6D45E1-1ED1-0583-9161-30BE69167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F7867D6-3FA7-610F-3AED-6E2349B9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377B-A7B9-3145-8762-6AFC267F785D}" type="datetimeFigureOut">
              <a:rPr lang="fr-FR" smtClean="0"/>
              <a:t>27/05/2025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F32B4D-929A-63B9-ED24-B94B75D56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333293-DF7A-686B-8EC2-2E7E39AC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F7FE-09DC-484B-A9F7-3B0105B782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7953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5E201E-E91D-BA1E-FA5C-220EDAD79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A10FE67-E8B3-F2CA-801C-4749798EB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FD365F-12C7-C459-3A6D-7A2EDAC7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377B-A7B9-3145-8762-6AFC267F785D}" type="datetimeFigureOut">
              <a:rPr lang="fr-FR" smtClean="0"/>
              <a:t>27/05/2025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1E0C0B-FD02-81F7-3C48-96CE32720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8F9D45-6A9F-132E-E751-06DC3854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F7FE-09DC-484B-A9F7-3B0105B782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261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53D2AD1-0C9E-0D24-9B6D-C8915D83C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C946812-EB05-AF3C-E2B8-CECCEA6C5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B3394C-0A77-D7FC-9210-57111E503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C377B-A7B9-3145-8762-6AFC267F785D}" type="datetimeFigureOut">
              <a:rPr lang="fr-FR" smtClean="0"/>
              <a:t>27/05/2025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BCD731-A432-0296-9917-8C064D541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11D6A9-02A4-115D-CBD3-B276BF37B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F7FE-09DC-484B-A9F7-3B0105B782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75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75EE98B-4AD7-52BE-852D-20C3BB4BA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442473-9378-2D24-49F4-C387FD446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7E43E9-98CA-4E92-39F6-64697C6E6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C377B-A7B9-3145-8762-6AFC267F785D}" type="datetimeFigureOut">
              <a:rPr lang="fr-FR" smtClean="0"/>
              <a:t>27/05/2025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53EC77-1DED-3737-998D-9A4672FD3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5BEE75-5AA0-EED0-351B-816E11624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5F7FE-09DC-484B-A9F7-3B0105B782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942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E56EC1-0B53-E922-1EFF-752E072AE2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Introduction to ggplot2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2D3D0D6-0FDC-69BF-201C-3021A4C851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accent6">
                    <a:lumMod val="75000"/>
                  </a:schemeClr>
                </a:solidFill>
              </a:rPr>
              <a:t>Vincent Guillemot</a:t>
            </a:r>
          </a:p>
        </p:txBody>
      </p:sp>
    </p:spTree>
    <p:extLst>
      <p:ext uri="{BB962C8B-B14F-4D97-AF65-F5344CB8AC3E}">
        <p14:creationId xmlns:p14="http://schemas.microsoft.com/office/powerpoint/2010/main" val="113569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78A548-EBC5-5C35-B789-BC3DE60F5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8B06FF-C72E-5848-AFC1-F653DA97E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45330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5</Words>
  <Application>Microsoft Macintosh PowerPoint</Application>
  <PresentationFormat>Grand écran</PresentationFormat>
  <Paragraphs>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Introduction to ggplot2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 GUILLEMOT</dc:creator>
  <cp:lastModifiedBy>Vincent  GUILLEMOT</cp:lastModifiedBy>
  <cp:revision>2</cp:revision>
  <dcterms:created xsi:type="dcterms:W3CDTF">2025-05-27T09:20:18Z</dcterms:created>
  <dcterms:modified xsi:type="dcterms:W3CDTF">2025-05-27T11:38:50Z</dcterms:modified>
</cp:coreProperties>
</file>